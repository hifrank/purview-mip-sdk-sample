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FY2025 Strategy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APAC market share to 18%</a:t>
            </a:r>
          </a:p>
          <a:p>
            <a:r>
              <a:t>Launch 3 new product lines</a:t>
            </a:r>
          </a:p>
          <a:p>
            <a:r>
              <a:t>Reduce operational costs by 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